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interactive-demo.html" TargetMode="External"/><Relationship Id="rId3" Type="http://schemas.openxmlformats.org/officeDocument/2006/relationships/hyperlink" Target="interactive-demo.html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STEMotion Export Spike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Ohm Law Export Spike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395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 minimal self-contained STEMotion widget used to validate screenshot and PPTX export.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38862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1330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Topic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Ohm Law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4133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Quality Score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91 (excellent)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6070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4155"/>
                </a:solidFill>
              </a:rPr>
              <a:t>- Explain the relationship between voltage, resistance, and current.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4155"/>
                </a:solidFill>
              </a:rPr>
              <a:t>- Use I = U / R to predict current when voltage or resistance changes.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4155"/>
                </a:solidFill>
              </a:rPr>
              <a:t>- Identify voltage and resistance as controllable variables.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These objectives are sourced from the test artifact blueprint fixture.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6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Artifact Snapshot</a:t>
            </a:r>
            <a:endParaRPr lang="en-US" sz="1500" dirty="0"/>
          </a:p>
        </p:txBody>
      </p:sp>
      <p:pic>
        <p:nvPicPr>
          <p:cNvPr id="3" name="Image 0" descr="C:\Users\25404\Desktop\STEMotion\stemotion-mvp\tmp\export-spike\artifact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566928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Expected Insight / Core Variables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Current increases as voltage increases and decreases as resistance increases, following I = U / R.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10332720" cy="196596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Symbol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Voltage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independent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Resistance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independent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ohm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dependent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Quality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Final score: 91 / 100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Level: excellent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Strengths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50292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- The widget keeps voltage, resistance, and current visible together.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- The formula and observation panel reinforce the expected insight.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- Stable data-role targets support teacher actions.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Suggestions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- Add a second scenario comparing two resistors side by side.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</a:rPr>
              <a:t>- Include a short reflection prompt after the quiz.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Interactive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987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Use the deck for explanation, then open the companion HTML file for the real interaction.</a:t>
            </a:r>
            <a:endParaRPr lang="en-US" sz="1300" dirty="0"/>
          </a:p>
        </p:txBody>
      </p:sp>
      <p:pic>
        <p:nvPicPr>
          <p:cNvPr id="5" name="Image 0" descr="C:\Users\25404\Desktop\STEMotion\stemotion-mvp\tmp\export-spike\artifact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6537960" cy="3675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Companion file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interactive-demo.html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24871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If the local hyperlink is blocked, open this HTML file manually from the same folder.</a:t>
            </a:r>
            <a:endParaRPr lang="en-US" sz="1200" dirty="0"/>
          </a:p>
        </p:txBody>
      </p:sp>
      <p:sp>
        <p:nvSpPr>
          <p:cNvPr id="9" name="Shape 6">
            <a:hlinkClick r:id="rId2" tooltip="Open interactive-demo.html"/>
          </p:cNvPr>
          <p:cNvSpPr/>
          <p:nvPr/>
        </p:nvSpPr>
        <p:spPr>
          <a:xfrm>
            <a:off x="7818120" y="374904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>
            <a:hlinkClick r:id="rId3" tooltip="Open interactive-demo.html"/>
          </p:cNvPr>
          <p:cNvSpPr/>
          <p:nvPr/>
        </p:nvSpPr>
        <p:spPr>
          <a:xfrm>
            <a:off x="8028432" y="39319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hlinkClick r:id="rId3" invalidUrl="" action="" tgtFrame="" tooltip="Open interactive-demo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Experiment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Compatibility with PowerPoint, WPS, and Keynote must be checked manually.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STEMotion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Ohm Law Export Spike</dc:title>
  <dc:subject>Export to PPT feasibility spike</dc:subject>
  <dc:creator>STEMotion</dc:creator>
  <cp:lastModifiedBy>STEMotion</cp:lastModifiedBy>
  <cp:revision>1</cp:revision>
  <dcterms:created xsi:type="dcterms:W3CDTF">2026-05-19T06:50:21Z</dcterms:created>
  <dcterms:modified xsi:type="dcterms:W3CDTF">2026-05-19T06:50:21Z</dcterms:modified>
</cp:coreProperties>
</file>